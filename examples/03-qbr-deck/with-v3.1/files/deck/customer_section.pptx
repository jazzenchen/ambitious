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Lead with the tension, not the charts. The rest of the section backs these three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cannot give a churn </a:t>
            </a:r>
            <a:r>
              <a:rPr i="1"/>
              <a:t>rate</a:t>
            </a:r>
            <a:r>
              <a:rPr/>
              <a:t>: the data has no active-customer count. Churn as a share of new logos is the best ratio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Customer — Q3 2026 QBR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 in one line: total MRR grew 8.1%, but SMB growth has stalled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Total MRR grew $65.9k to $878.5k; enterprise MRR supplied 72.8% of that growth.</a:t>
            </a:r>
          </a:p>
          <a:p>
            <a:pPr lvl="0"/>
            <a:r>
              <a:rPr/>
              <a:t>SMB signed 15.8% more new logos than in Q2, yet SMB net adds stayed at 450.</a:t>
            </a:r>
          </a:p>
          <a:p>
            <a:pPr lvl="0"/>
            <a:r>
              <a:rPr/>
              <a:t>Two decisions for today, both about SMB (last two slides).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Q3 MRR growth came from (end of June → end of September)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 of growth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$398.0k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$446.0k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+$48.0k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$224.5k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$240.1k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+$15.6k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$190.1k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$192.4k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+$2.3k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$812.6k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$878.5k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+$65.9k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SMB: more new logos, same net adds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new logos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churned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+54.6%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net adds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Sales is right that SMB is signing more: 733 SMB new logos in Q3 vs 633 in Q2.</a:t>
            </a:r>
          </a:p>
          <a:p>
            <a:pPr lvl="0"/>
            <a:r>
              <a:rPr/>
              <a:t>But SMB churned rose by the same 100, so SMB net adds did not move.</a:t>
            </a:r>
          </a:p>
          <a:p>
            <a:pPr lvl="0"/>
            <a:r>
              <a:rPr/>
              <a:t>SMB MRR rose only $2.3k in Q3 (net of churned, new, up- and downgrades; the file does not split these).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SMB churn rose in every month since April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churned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churn as % of new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39.7%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SMB churned equalled 39.7% of SMB new logos in September, up from 22.9% in April.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SMB service and satisfaction slipped over the same months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1,530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first response (h)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NPS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SMB first response more than doubled; mid-market went 4.2 → 5.1 h and enterprise 2.0 → 2.3 h.</a:t>
            </a:r>
          </a:p>
          <a:p>
            <a:pPr lvl="0"/>
            <a:r>
              <a:rPr/>
              <a:t>SMB churn, tickets, response time and NPS all moved together for six months.</a:t>
            </a:r>
          </a:p>
          <a:p>
            <a:pPr lvl="0"/>
            <a:r>
              <a:rPr/>
              <a:t>That is a trend, not proof of cause: six data points cannot show which drives which.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Mid-market and enterprise: steady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net adds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net adds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NPS (Jun → Sep)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NPS (Jun → Sep)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Mid-market churned rose 13 → 18; worth watching, not yet a pattern.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 one: move part of Q4 SMB spend from acquisition to support capacity?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</a:t>
            </a:r>
          </a:p>
          <a:p>
            <a:pPr lvl="0"/>
            <a:r>
              <a:rPr/>
              <a:t>SMB first response went 6.1 → 13.9 h while SMB churn went 48 → 104 a month.</a:t>
            </a:r>
          </a:p>
          <a:p>
            <a:pPr lvl="0"/>
            <a:r>
              <a:rPr/>
              <a:t>SMB NPS fell 41 → 29 since April; mid-market NPS 47 → 44, enterprise NPS 52 → 51.</a:t>
            </a:r>
          </a:p>
          <a:p>
            <a:pPr lvl="0"/>
            <a:r>
              <a:rPr/>
              <a:t>Extra SMB acquisition in Q3 (+15.8% new logos) bought zero extra SMB net adds.</a:t>
            </a:r>
          </a:p>
          <a:p>
            <a:pPr lvl="0" indent="0" marL="0">
              <a:buNone/>
            </a:pPr>
            <a:r>
              <a:rPr b="1"/>
              <a:t>Against</a:t>
            </a:r>
          </a:p>
          <a:p>
            <a:pPr lvl="0"/>
            <a:r>
              <a:rPr/>
              <a:t>Cause is untested: churners may be poor-fit new logos, which support hours will not fix.</a:t>
            </a:r>
          </a:p>
          <a:p>
            <a:pPr lvl="0"/>
            <a:r>
              <a:rPr/>
              <a:t>SMB is 3.5% of Q3 MRR growth; the same money may return more in enterprise.</a:t>
            </a:r>
          </a:p>
          <a:p>
            <a:pPr lvl="0" indent="0" marL="0">
              <a:buNone/>
            </a:pPr>
            <a:r>
              <a:rPr b="1"/>
              <a:t>What would settle it:</a:t>
            </a:r>
            <a:r>
              <a:rPr/>
              <a:t> tickets and tenure of the SMB accounts that churned (needs customer IDs from CRM + support desk). </a:t>
            </a:r>
            <a:r>
              <a:rPr b="1"/>
              <a:t>Owner / decide by:</a:t>
            </a:r>
            <a:r>
              <a:rPr/>
              <a:t> [TK: owner] / [TK: date]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 two: should the SMB goal be net adds and MRR instead of new logos?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</a:t>
            </a:r>
          </a:p>
          <a:p>
            <a:pPr lvl="0"/>
            <a:r>
              <a:rPr/>
              <a:t>SMB new logos rose 15.8% and SMB net adds did not move; a new-logos goal counted growth that segment churn then cancelled out.</a:t>
            </a:r>
          </a:p>
          <a:p>
            <a:pPr lvl="0"/>
            <a:r>
              <a:rPr/>
              <a:t>SMB MRR rose only $2.3k in Q3 while the logo goal was being hit.</a:t>
            </a:r>
          </a:p>
          <a:p>
            <a:pPr lvl="0" indent="0" marL="0">
              <a:buNone/>
            </a:pPr>
            <a:r>
              <a:rPr b="1"/>
              <a:t>Against</a:t>
            </a:r>
          </a:p>
          <a:p>
            <a:pPr lvl="0"/>
            <a:r>
              <a:rPr/>
              <a:t>Changing a sales goal mid-year disrupts comp plans [TK: check comp terms].</a:t>
            </a:r>
          </a:p>
          <a:p>
            <a:pPr lvl="0"/>
            <a:r>
              <a:rPr/>
              <a:t>A net-adds goal makes sales answer for churn that support and product may drive.</a:t>
            </a:r>
          </a:p>
          <a:p>
            <a:pPr lvl="0" indent="0" marL="0">
              <a:buNone/>
            </a:pPr>
            <a:r>
              <a:rPr b="1"/>
              <a:t>What would settle it:</a:t>
            </a:r>
            <a:r>
              <a:rPr/>
              <a:t> tenure of SMB accounts at churn (needs customer IDs). If most churners were signed this year, the logo goal is buying churn; if not, keep it. </a:t>
            </a:r>
            <a:r>
              <a:rPr b="1"/>
              <a:t>First step either way:</a:t>
            </a:r>
            <a:r>
              <a:rPr/>
              <a:t> add active customers per segment to the monthly metrics file. </a:t>
            </a:r>
            <a:r>
              <a:rPr b="1"/>
              <a:t>Owner / decide by:</a:t>
            </a:r>
            <a:r>
              <a:rPr/>
              <a:t> [TK: owner] / [TK: date]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data and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Source: data/q3_metrics.csv — monthly, by segment, April to September.</a:t>
            </a:r>
          </a:p>
          <a:p>
            <a:pPr lvl="0"/>
            <a:r>
              <a:rPr/>
              <a:t>Missing: active customer base (no churn rate), customer IDs (no ticket→churn link), churn reasons.</a:t>
            </a:r>
          </a:p>
          <a:p>
            <a:pPr lvl="0"/>
            <a:r>
              <a:rPr/>
              <a:t>Every number in this section is tied to that file by deck/verify_deck.py.</a:t>
            </a:r>
          </a:p>
          <a:p>
            <a:pPr lvl="0"/>
            <a:r>
              <a:rPr/>
              <a:t>Figures-only version: deck/customer_section_floor.md.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— Q3 2026 QBR</dc:title>
  <dc:creator/>
  <cp:keywords/>
  <dcterms:created xsi:type="dcterms:W3CDTF">2026-10-15T11:14:54Z</dcterms:created>
  <dcterms:modified xsi:type="dcterms:W3CDTF">2026-10-15T11:14:54Z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