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Customer — Q3 2026 QBR (floor version: figures only)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Customer metrics, Q3 vs Q2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/>
                <a:gridCol w="1003300"/>
                <a:gridCol w="1003300"/>
                <a:gridCol w="1003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new logos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+15.8%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Mid-market new logos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+4.9%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new logos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+25.0%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Source: data/q3_metrics.csv, months summed per quarter.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Churned customers, Q3 vs Q2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churned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+54.6%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Mid-market churned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+38.5%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churned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flat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 adds (new minus churned), Q3 vs Q2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net adds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Mid-market net adds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net adds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MRR by segment, end of June vs end of September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MRR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$190.1k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$192.4k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+1.2%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Mid-market MRR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$224.5k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$240.1k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+6.9%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MRR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$398.0k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$446.0k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+12.1%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MRR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$812.6k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$878.5k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+8.1%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NPS by segment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NPS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Mid-market NPS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NPS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Support tickets, Q3 vs Q2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tickets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4,227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+35.9%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Mid-market tickets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1,163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+15.5%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tickets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+18.2%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Average first response (hours)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SMB first response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Mid-market first response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first response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 on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Source: data/q3_metrics.csv, monthly by segment, April to September.</a:t>
            </a:r>
          </a:p>
          <a:p>
            <a:pPr lvl="0"/>
            <a:r>
              <a:rPr/>
              <a:t>Not available: active customer base (so no churn </a:t>
            </a:r>
            <a:r>
              <a:rPr i="1"/>
              <a:t>rate</a:t>
            </a:r>
            <a:r>
              <a:rPr/>
              <a:t>), customer IDs, churn reasons.</a:t>
            </a:r>
          </a:p>
          <a:p>
            <a:pPr lvl="0"/>
            <a:r>
              <a:rPr/>
              <a:t>Every figure in this section is checked by deck/verify_deck.py.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— Q3 2026 QBR (floor version: figures only)</dc:title>
  <dc:creator/>
  <cp:keywords/>
  <dcterms:created xsi:type="dcterms:W3CDTF">2026-10-15T11:14:54Z</dcterms:created>
  <dcterms:modified xsi:type="dcterms:W3CDTF">2026-10-15T11:14:54Z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